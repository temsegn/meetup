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image" Target="../media/image-2-5.png"/><Relationship Id="rId6" Type="http://schemas.openxmlformats.org/officeDocument/2006/relationships/image" Target="../media/image-2-2.png"/><Relationship Id="rId7" Type="http://schemas.openxmlformats.org/officeDocument/2006/relationships/image" Target="../media/image-2-7.png"/><Relationship Id="rId8" Type="http://schemas.openxmlformats.org/officeDocument/2006/relationships/image" Target="../media/image-2-5.png"/><Relationship Id="rId9" Type="http://schemas.openxmlformats.org/officeDocument/2006/relationships/image" Target="../media/image-2-2.png"/><Relationship Id="rId10" Type="http://schemas.openxmlformats.org/officeDocument/2006/relationships/image" Target="../media/image-2-10.png"/><Relationship Id="rId11" Type="http://schemas.openxmlformats.org/officeDocument/2006/relationships/image" Target="../media/image-2-2.png"/><Relationship Id="rId12" Type="http://schemas.openxmlformats.org/officeDocument/2006/relationships/image" Target="../media/image-2-12.png"/><Relationship Id="rId13" Type="http://schemas.openxmlformats.org/officeDocument/2006/relationships/image" Target="../media/image-2-2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6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7.png"/><Relationship Id="rId10" Type="http://schemas.openxmlformats.org/officeDocument/2006/relationships/image" Target="../media/image-5-10.png"/><Relationship Id="rId11" Type="http://schemas.openxmlformats.org/officeDocument/2006/relationships/image" Target="../media/image-5-7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141A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ARCHITECTURE BRIEFING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Video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Conferencing Platform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SaaS conferencing product built around a real-time WebRTC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forwarding unit (mediasoup) — from guest join to global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732520" y="1234440"/>
            <a:ext cx="1207008" cy="822960"/>
          </a:xfrm>
          <a:prstGeom prst="roundRect">
            <a:avLst>
              <a:gd name="adj" fmla="val 10000"/>
            </a:avLst>
          </a:prstGeom>
          <a:solidFill>
            <a:srgbClr val="273580"/>
          </a:solidFill>
          <a:ln w="19050">
            <a:solidFill>
              <a:srgbClr val="00D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85832" y="1234440"/>
            <a:ext cx="1207008" cy="822960"/>
          </a:xfrm>
          <a:prstGeom prst="roundRect">
            <a:avLst>
              <a:gd name="adj" fmla="val 10000"/>
            </a:avLst>
          </a:prstGeom>
          <a:solidFill>
            <a:srgbClr val="202B6B"/>
          </a:solidFill>
          <a:ln w="12700">
            <a:solidFill>
              <a:srgbClr val="3440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32520" y="2203704"/>
            <a:ext cx="1207008" cy="822960"/>
          </a:xfrm>
          <a:prstGeom prst="roundRect">
            <a:avLst>
              <a:gd name="adj" fmla="val 10000"/>
            </a:avLst>
          </a:prstGeom>
          <a:solidFill>
            <a:srgbClr val="202B6B"/>
          </a:solidFill>
          <a:ln w="12700">
            <a:solidFill>
              <a:srgbClr val="3440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85832" y="2203704"/>
            <a:ext cx="1207008" cy="822960"/>
          </a:xfrm>
          <a:prstGeom prst="roundRect">
            <a:avLst>
              <a:gd name="adj" fmla="val 10000"/>
            </a:avLst>
          </a:prstGeom>
          <a:solidFill>
            <a:srgbClr val="202B6B"/>
          </a:solidFill>
          <a:ln w="12700">
            <a:solidFill>
              <a:srgbClr val="34407C"/>
            </a:solidFill>
            <a:prstDash val="solid"/>
          </a:ln>
        </p:spPr>
      </p:sp>
      <p:pic>
        <p:nvPicPr>
          <p:cNvPr id="10" name="Image 0" descr="/home/claude/deck/icons/video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17647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325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6 PARTICIPANTS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3" name="Image 1" descr="/home/claude/deck/icons/signi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500519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489204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&amp; Dashboard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474720" y="4892040"/>
            <a:ext cx="502920" cy="5029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6" name="Image 2" descr="/home/claude/deck/icons/link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877" y="50051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33088" y="489204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Meeting Links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26480" y="4892040"/>
            <a:ext cx="502920" cy="5029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9" name="Image 3" descr="/home/claude/deck/icons/server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637" y="5005197"/>
            <a:ext cx="276606" cy="27660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84848" y="489204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mediasoup SFU Core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8778240" y="4892040"/>
            <a:ext cx="502920" cy="5029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2" name="Image 4" descr="/home/claude/deck/icons/recor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1397" y="5005197"/>
            <a:ext cx="276606" cy="27660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436608" y="489204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History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C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EXECUTIVE OVERVIEW  · 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7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Journeys, One Seamless Meeting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manage the meeting lifecycle from an authenticated dashboard. Guests join instantly — no account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08885" y="19202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30677" y="2084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9" name="Image 0" descr="/home/claude/deck/icons/signin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3834" y="2197989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18613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18613" y="269748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dashboard</a:t>
            </a:r>
            <a:endParaRPr lang="en-US" sz="1150" dirty="0"/>
          </a:p>
        </p:txBody>
      </p:sp>
      <p:pic>
        <p:nvPicPr>
          <p:cNvPr id="12" name="Image 1" descr="/home/claude/deck/icons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802" y="2542032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17695" y="19202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39487" y="2084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5" name="Image 2" descr="/home/claude/deck/icons/dashboar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644" y="2197989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27423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27423" y="269748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New Meeting</a:t>
            </a:r>
            <a:endParaRPr lang="en-US" sz="1150" dirty="0"/>
          </a:p>
        </p:txBody>
      </p:sp>
      <p:pic>
        <p:nvPicPr>
          <p:cNvPr id="18" name="Image 3" descr="/home/claude/deck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612" y="2542032"/>
            <a:ext cx="219456" cy="219456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26505" y="19202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948297" y="2084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1" name="Image 4" descr="/home/claude/deck/icons/link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454" y="2197989"/>
            <a:ext cx="276606" cy="27660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36233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6436233" y="269748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unique link</a:t>
            </a:r>
            <a:endParaRPr lang="en-US" sz="1150" dirty="0"/>
          </a:p>
        </p:txBody>
      </p:sp>
      <p:pic>
        <p:nvPicPr>
          <p:cNvPr id="24" name="Image 5" descr="/home/claude/deck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8422" y="2542032"/>
            <a:ext cx="219456" cy="21945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8235315" y="19202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857107" y="208483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7" name="Image 6" descr="/home/claude/deck/icons/users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0264" y="2197989"/>
            <a:ext cx="276606" cy="27660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345043" y="20299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8345043" y="269748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&amp; host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40080" y="397764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273580"/>
          </a:solidFill>
          <a:ln/>
        </p:spPr>
      </p:sp>
      <p:sp>
        <p:nvSpPr>
          <p:cNvPr id="31" name="Text 22"/>
          <p:cNvSpPr/>
          <p:nvPr/>
        </p:nvSpPr>
        <p:spPr>
          <a:xfrm>
            <a:off x="640080" y="3977640"/>
            <a:ext cx="1417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2508885" y="41148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130677" y="427939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34" name="Image 7" descr="/home/claude/deck/icons/link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3834" y="4392549"/>
            <a:ext cx="276606" cy="2766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618613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2618613" y="489204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meeting link</a:t>
            </a:r>
            <a:endParaRPr lang="en-US" sz="1150" dirty="0"/>
          </a:p>
        </p:txBody>
      </p:sp>
      <p:pic>
        <p:nvPicPr>
          <p:cNvPr id="37" name="Image 8" descr="/home/claude/deck/icons/arrowright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0802" y="4736592"/>
            <a:ext cx="219456" cy="219456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4417695" y="41148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5039487" y="427939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40" name="Image 9" descr="/home/claude/deck/icons/userplus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2644" y="4392549"/>
            <a:ext cx="276606" cy="27660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527423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4527423" y="489204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display name</a:t>
            </a:r>
            <a:endParaRPr lang="en-US" sz="1150" dirty="0"/>
          </a:p>
        </p:txBody>
      </p:sp>
      <p:pic>
        <p:nvPicPr>
          <p:cNvPr id="43" name="Image 10" descr="/home/claude/deck/icons/arrowright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9612" y="4736592"/>
            <a:ext cx="219456" cy="219456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6326505" y="41148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45" name="Shape 32"/>
          <p:cNvSpPr/>
          <p:nvPr/>
        </p:nvSpPr>
        <p:spPr>
          <a:xfrm>
            <a:off x="6948297" y="427939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46" name="Image 11" descr="/home/claude/deck/icons/mic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1454" y="4392549"/>
            <a:ext cx="276606" cy="276606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436233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34"/>
          <p:cNvSpPr/>
          <p:nvPr/>
        </p:nvSpPr>
        <p:spPr>
          <a:xfrm>
            <a:off x="6436233" y="489204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camera &amp; mic</a:t>
            </a:r>
            <a:endParaRPr lang="en-US" sz="1150" dirty="0"/>
          </a:p>
        </p:txBody>
      </p:sp>
      <p:pic>
        <p:nvPicPr>
          <p:cNvPr id="49" name="Image 12" descr="/home/claude/deck/icons/arrowright_navy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48422" y="4736592"/>
            <a:ext cx="219456" cy="219456"/>
          </a:xfrm>
          <a:prstGeom prst="rect">
            <a:avLst/>
          </a:prstGeom>
        </p:spPr>
      </p:pic>
      <p:sp>
        <p:nvSpPr>
          <p:cNvPr id="50" name="Shape 35"/>
          <p:cNvSpPr/>
          <p:nvPr/>
        </p:nvSpPr>
        <p:spPr>
          <a:xfrm>
            <a:off x="8235315" y="411480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51" name="Shape 36"/>
          <p:cNvSpPr/>
          <p:nvPr/>
        </p:nvSpPr>
        <p:spPr>
          <a:xfrm>
            <a:off x="8857107" y="4279392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52" name="Image 13" descr="/home/claude/deck/icons/check_cyan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70264" y="4392549"/>
            <a:ext cx="276606" cy="276606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8345043" y="4224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Text 38"/>
          <p:cNvSpPr/>
          <p:nvPr/>
        </p:nvSpPr>
        <p:spPr>
          <a:xfrm>
            <a:off x="8345043" y="4892040"/>
            <a:ext cx="1517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— no account</a:t>
            </a:r>
            <a:endParaRPr lang="en-US" sz="1150" dirty="0"/>
          </a:p>
        </p:txBody>
      </p:sp>
      <p:sp>
        <p:nvSpPr>
          <p:cNvPr id="55" name="Shape 39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pic>
        <p:nvPicPr>
          <p:cNvPr id="56" name="Image 14" descr="/home/claude/deck/icons/hourglass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248" y="6108192"/>
            <a:ext cx="274320" cy="274320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1280160" y="5989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waiting room: guests wait for host admission before entering a private meeting.</a:t>
            </a:r>
            <a:endParaRPr lang="en-US" sz="1150" dirty="0"/>
          </a:p>
        </p:txBody>
      </p:sp>
      <p:sp>
        <p:nvSpPr>
          <p:cNvPr id="58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VIDEO CONFERENCING PLATFORM</a:t>
            </a:r>
            <a:endParaRPr lang="en-US" sz="900" dirty="0"/>
          </a:p>
        </p:txBody>
      </p:sp>
      <p:sp>
        <p:nvSpPr>
          <p:cNvPr id="59" name="Text 42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7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IN-MEETING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Meeting Experience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Google-Meet-class conference room, purpose-built around the mediasoup SFU.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7" name="Image 0" descr="/home/claude/deck/icons/hourglass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671" y="2349551"/>
            <a:ext cx="311810" cy="3118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Room &amp; Admission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96112" y="3264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reviews and admits every guest before they enter a private meeting.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2" name="Image 1" descr="/home/claude/deck/icons/grid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2711" y="2349551"/>
            <a:ext cx="311810" cy="3118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Video Grid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645152" y="3264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layout scales automatically from one participant to a full grid.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94192" y="2221992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7" name="Image 2" descr="/home/claude/deck/icons/desktop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751" y="2349551"/>
            <a:ext cx="311810" cy="3118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94192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Sharing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94192" y="3264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participant shares a window, tab, or screen as its own media source.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142232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96112" y="439826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2" name="Image 3" descr="/home/claude/deck/icons/comments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671" y="4525823"/>
            <a:ext cx="311810" cy="3118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5102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896112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 runs on the signaling layer, fully independent of media routing.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89120" y="4142232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645152" y="439826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7" name="Image 4" descr="/home/claude/deck/icons/shiel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711" y="4525823"/>
            <a:ext cx="311810" cy="3118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45152" y="5102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Controls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645152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Mute, remove, or restrict screen-share rights for any participant, instantly.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138160" y="4142232"/>
            <a:ext cx="3529584" cy="1920240"/>
          </a:xfrm>
          <a:prstGeom prst="roundRect">
            <a:avLst>
              <a:gd name="adj" fmla="val 5714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94192" y="4398264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32" name="Image 5" descr="/home/claude/deck/icons/record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751" y="4525823"/>
            <a:ext cx="311810" cy="31181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94192" y="510235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Playback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94192" y="5440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video, audio, and screen capture — encoded and stored for later.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VIDEO CONFERENCING PLATFORM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273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Plane &amp; Media Plane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state and real-time media are deliberately separated — connected by one signaling layer.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9" name="Image 0" descr="/home/claude/deck/icons/database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947797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2834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400" y="3520440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73580"/>
          </a:solidFill>
          <a:ln/>
        </p:spPr>
      </p:sp>
      <p:pic>
        <p:nvPicPr>
          <p:cNvPr id="12" name="Image 1" descr="/home/claude/deck/icons/user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66674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35204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Meetings, Billing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14400" y="4215384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73580"/>
          </a:solidFill>
          <a:ln/>
        </p:spPr>
      </p:sp>
      <p:pic>
        <p:nvPicPr>
          <p:cNvPr id="15" name="Image 2" descr="/home/claude/deck/icons/dashboard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2153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REST API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914400" y="4910328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73580"/>
          </a:solidFill>
          <a:ln/>
        </p:spPr>
      </p:sp>
      <p:pic>
        <p:nvPicPr>
          <p:cNvPr id="18" name="Image 3" descr="/home/claude/deck/icons/database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505663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910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14400" y="5605272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73580"/>
          </a:solidFill>
          <a:ln/>
        </p:spPr>
      </p:sp>
      <p:pic>
        <p:nvPicPr>
          <p:cNvPr id="21" name="Image 4" descr="/home/claude/deck/icons/cloud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751576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56052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· Recordings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446520" y="260604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5F7FC"/>
          </a:solidFill>
          <a:ln w="12700">
            <a:solidFill>
              <a:srgbClr val="D7DEF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67512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5" name="Image 5" descr="/home/claude/deck/icons/server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277" y="2947797"/>
            <a:ext cx="276606" cy="27660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15200" y="28346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Plane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720840" y="3520440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C3A8C"/>
          </a:solidFill>
          <a:ln/>
        </p:spPr>
      </p:sp>
      <p:pic>
        <p:nvPicPr>
          <p:cNvPr id="28" name="Image 6" descr="/home/claude/deck/icons/server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2" y="3666744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352044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mediasoup Worker &amp; Router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720840" y="4215384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C3A8C"/>
          </a:solidFill>
          <a:ln/>
        </p:spPr>
      </p:sp>
      <p:pic>
        <p:nvPicPr>
          <p:cNvPr id="31" name="Image 7" descr="/home/claude/deck/icons/plug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5432" y="4361688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69480" y="42153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Transport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720840" y="4910328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C3A8C"/>
          </a:solidFill>
          <a:ln/>
        </p:spPr>
      </p:sp>
      <p:pic>
        <p:nvPicPr>
          <p:cNvPr id="34" name="Image 8" descr="/home/claude/deck/icons/video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432" y="5056632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7269480" y="491032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 · Consumers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720840" y="5605272"/>
            <a:ext cx="4526280" cy="566928"/>
          </a:xfrm>
          <a:prstGeom prst="roundRect">
            <a:avLst>
              <a:gd name="adj" fmla="val 12903"/>
            </a:avLst>
          </a:prstGeom>
          <a:solidFill>
            <a:srgbClr val="2C3A8C"/>
          </a:solidFill>
          <a:ln/>
        </p:spPr>
      </p:sp>
      <p:pic>
        <p:nvPicPr>
          <p:cNvPr id="37" name="Image 9" descr="/home/claude/deck/icons/users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2" y="5751576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269480" y="560527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(Browsers)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5920740" y="2514600"/>
            <a:ext cx="0" cy="3840480"/>
          </a:xfrm>
          <a:prstGeom prst="line">
            <a:avLst/>
          </a:prstGeom>
          <a:noFill/>
          <a:ln w="15875">
            <a:solidFill>
              <a:srgbClr val="8892B0"/>
            </a:solidFill>
            <a:prstDash val="dash"/>
          </a:ln>
        </p:spPr>
      </p:sp>
      <p:sp>
        <p:nvSpPr>
          <p:cNvPr id="40" name="Shape 28"/>
          <p:cNvSpPr/>
          <p:nvPr/>
        </p:nvSpPr>
        <p:spPr>
          <a:xfrm>
            <a:off x="5628132" y="4160520"/>
            <a:ext cx="585216" cy="585216"/>
          </a:xfrm>
          <a:prstGeom prst="ellipse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41" name="Image 10" descr="/home/claude/deck/icons/plug_nav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74436" y="4306824"/>
            <a:ext cx="292608" cy="292608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234940" y="4800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Signaling</a:t>
            </a:r>
            <a:endParaRPr lang="en-US" sz="950" dirty="0"/>
          </a:p>
        </p:txBody>
      </p:sp>
      <p:sp>
        <p:nvSpPr>
          <p:cNvPr id="43" name="Text 3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VIDEO CONFERENCING PLATFORM</a:t>
            </a:r>
            <a:endParaRPr lang="en-US" sz="900" dirty="0"/>
          </a:p>
        </p:txBody>
      </p:sp>
      <p:sp>
        <p:nvSpPr>
          <p:cNvPr id="44" name="Text 31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1A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6400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MVP to Enterprise Scale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LIFECYCLE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2423160"/>
            <a:ext cx="8595360" cy="0"/>
          </a:xfrm>
          <a:prstGeom prst="line">
            <a:avLst/>
          </a:prstGeom>
          <a:noFill/>
          <a:ln w="19050">
            <a:solidFill>
              <a:srgbClr val="3A459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8" name="Image 0" descr="/home/claude/deck/icons/calendar_cy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71800" y="2057400"/>
            <a:ext cx="731520" cy="7315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1" name="Image 1" descr="/home/claude/deck/icons/hourglass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240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5176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120640" y="2057400"/>
            <a:ext cx="731520" cy="7315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4" name="Image 2" descr="/home/claude/deck/icons/video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22402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69480" y="2057400"/>
            <a:ext cx="731520" cy="7315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17" name="Image 3" descr="/home/claude/deck/icons/check_cy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2240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Ended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418320" y="2057400"/>
            <a:ext cx="731520" cy="731520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0" name="Image 4" descr="/home/claude/deck/icons/archive_cy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224028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982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0080" y="3429000"/>
            <a:ext cx="10881360" cy="0"/>
          </a:xfrm>
          <a:prstGeom prst="line">
            <a:avLst/>
          </a:prstGeom>
          <a:noFill/>
          <a:ln w="12700">
            <a:solidFill>
              <a:srgbClr val="2B357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00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ROADMAP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" y="40690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41A42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859536" y="4288536"/>
            <a:ext cx="512064" cy="512064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26" name="Image 5" descr="/home/claude/deck/icons/record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" y="4403750"/>
            <a:ext cx="281635" cy="28163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59536" y="4937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59536" y="5239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Composed, encoded meeting capture</a:t>
            </a:r>
            <a:endParaRPr lang="en-US" sz="950" dirty="0"/>
          </a:p>
        </p:txBody>
      </p:sp>
      <p:pic>
        <p:nvPicPr>
          <p:cNvPr id="29" name="Image 6" descr="/home/claude/deck/icons/arrowright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4754880"/>
            <a:ext cx="201168" cy="201168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3383280" y="40690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41A42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3602736" y="4288536"/>
            <a:ext cx="512064" cy="512064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32" name="Image 7" descr="/home/claude/deck/icons/building_cy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7950" y="4403750"/>
            <a:ext cx="281635" cy="28163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3602736" y="4937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3602736" y="5239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admins, shared billing</a:t>
            </a:r>
            <a:endParaRPr lang="en-US" sz="950" dirty="0"/>
          </a:p>
        </p:txBody>
      </p:sp>
      <p:pic>
        <p:nvPicPr>
          <p:cNvPr id="35" name="Image 8" descr="/home/claude/deck/icons/arrowright_cya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53328" y="4754880"/>
            <a:ext cx="201168" cy="201168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6126480" y="40690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41A42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6345936" y="4288536"/>
            <a:ext cx="512064" cy="512064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38" name="Image 9" descr="/home/claude/deck/icons/gear_cyan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1150" y="4403750"/>
            <a:ext cx="281635" cy="281635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345936" y="4937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Billing</a:t>
            </a:r>
            <a:endParaRPr lang="en-US" sz="1300" dirty="0"/>
          </a:p>
        </p:txBody>
      </p:sp>
      <p:sp>
        <p:nvSpPr>
          <p:cNvPr id="40" name="Text 28"/>
          <p:cNvSpPr/>
          <p:nvPr/>
        </p:nvSpPr>
        <p:spPr>
          <a:xfrm>
            <a:off x="6345936" y="5239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Centrally enforced plan limits</a:t>
            </a:r>
            <a:endParaRPr lang="en-US" sz="950" dirty="0"/>
          </a:p>
        </p:txBody>
      </p:sp>
      <p:pic>
        <p:nvPicPr>
          <p:cNvPr id="41" name="Image 10" descr="/home/claude/deck/icons/arrowright_cya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96528" y="4754880"/>
            <a:ext cx="201168" cy="201168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8869680" y="406908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141A42"/>
          </a:solidFill>
          <a:ln w="12700">
            <a:solidFill>
              <a:srgbClr val="2B3570"/>
            </a:solidFill>
            <a:prstDash val="solid"/>
          </a:ln>
        </p:spPr>
      </p:sp>
      <p:sp>
        <p:nvSpPr>
          <p:cNvPr id="43" name="Shape 30"/>
          <p:cNvSpPr/>
          <p:nvPr/>
        </p:nvSpPr>
        <p:spPr>
          <a:xfrm>
            <a:off x="9089136" y="4288536"/>
            <a:ext cx="512064" cy="512064"/>
          </a:xfrm>
          <a:prstGeom prst="ellipse">
            <a:avLst/>
          </a:prstGeom>
          <a:solidFill>
            <a:srgbClr val="273580"/>
          </a:solidFill>
          <a:ln/>
          <a:effectLst>
            <a:outerShdw sx="100000" sy="100000" kx="0" ky="0" algn="bl" rotWithShape="0" blurRad="76200" dist="25400" dir="5400000">
              <a:srgbClr val="1E2761">
                <a:alpha val="25000"/>
              </a:srgbClr>
            </a:outerShdw>
          </a:effectLst>
        </p:spPr>
      </p:sp>
      <p:pic>
        <p:nvPicPr>
          <p:cNvPr id="44" name="Image 11" descr="/home/claude/deck/icons/route_cyan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04350" y="4403750"/>
            <a:ext cx="281635" cy="281635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9089136" y="493776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Scale</a:t>
            </a:r>
            <a:endParaRPr lang="en-US" sz="1300" dirty="0"/>
          </a:p>
        </p:txBody>
      </p:sp>
      <p:sp>
        <p:nvSpPr>
          <p:cNvPr id="46" name="Text 32"/>
          <p:cNvSpPr/>
          <p:nvPr/>
        </p:nvSpPr>
        <p:spPr>
          <a:xfrm>
            <a:off x="9089136" y="523951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SFU infrastructure</a:t>
            </a:r>
            <a:endParaRPr lang="en-US" sz="950" dirty="0"/>
          </a:p>
        </p:txBody>
      </p:sp>
      <p:sp>
        <p:nvSpPr>
          <p:cNvPr id="47" name="Text 3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core loop first — create, share, join, conference, end — then scale.</a:t>
            </a:r>
            <a:endParaRPr lang="en-US" sz="1250" dirty="0"/>
          </a:p>
        </p:txBody>
      </p:sp>
      <p:sp>
        <p:nvSpPr>
          <p:cNvPr id="48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A6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VIDEO CONFERENCING PLATFORM</a:t>
            </a:r>
            <a:endParaRPr lang="en-US" sz="900" dirty="0"/>
          </a:p>
        </p:txBody>
      </p:sp>
      <p:sp>
        <p:nvSpPr>
          <p:cNvPr id="49" name="Text 3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rgbClr val="A6AE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2026-08-14T05:00:01Z</dcterms:created>
  <dcterms:modified xsi:type="dcterms:W3CDTF">2026-08-14T05:00:01Z</dcterms:modified>
</cp:coreProperties>
</file>